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an autonomous cyber-reasoning agent. Point it at a live target; it recons, hypothesizes, probes under a strict scope guard, and lets a deterministic judge decide every verdict — then it patches and re-proves the fix. Local-first, evidence-driven, target-agnostic.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pain: scanners pattern-match and treat any 200 as a hit, burying teams in false positives — and the highest-impact classes (authorization, session) are exactly what signatures miss. Sentinel's bar is a reproduced contradiction plus a proven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curves cross: the authorization surface exploded with APIs while local models got good enough to reason on-prem. The missing piece is trust — an LLM alone can't be the authority. Sentinel supplies the deterministic ground truth that makes autonomous reasoning safe to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thesis in one line: reason, don't signature. Discovery, judgement, and remediation are separate stages. The AI accelerates search but is caged out of the verdict; only the deterministic judge confirms — and only a live re-proof closes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 it is a disciplined loop: graph the surface, seed hypotheses, fire one scope-checked probe at a time, judge the observations against explicit policy, then synthesize and enforce a fix and re-run the same judge to prove it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product: a set of hard rules that make every verdict trustworthy and every fix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invariants are enforced in code. Verification runs the pure judge on a scratch graph seeded with relationships only — never the confirmation path — so a fix is proven by a real VALIDATED→DISPROVED flip. Compliant controls yield no finding, which is how you know it isn't fabricating.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answer to 'isn't it just an LLM wrapper?' The engine scores candidates with a self-adapting formula and consults the model only on ties, where it chooses by index we map back to a real id. It cannot hallucinate a target or override a higher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the single source of truth; the scope guard is checked before any socket opens; each vuln class has its own pure judge; and the enforcer stands up a loopback shield to prove fixes. All local — the model runs on-box.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following screenshots are captured from the real engine driving a live target over real sockets. Nothing is staged or mocked.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opening move: Sentinel recons the target into a security graph, loads the operator's access-policy oracle, and seeds conservative hypotheses. Discovery is explicitly not a vulnerability — each hypothesis is a justified reason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board shows the loop thinking out loud: candidates, scores, the occasional advisory tie-break, and the probe fired. It reads like a researcher's notebook, not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HIGH-severity broken-access-control finding: the oracle says deny, the live target leaks, and the judge reproduces it. The neighbouring compliant control produces no finding — the honest differential that proves nothing is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Remediation is a proof, not a suggestion. Sentinel enforces the control on a loopback shield and re-runs the identical judge; only a real VALIDATED→DISPROVED flip earns FIX PROVEN, and it emits config artifacts for real proxies.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not a one-trick demo. Twelve independent classes each run the entire loop end-to-end against live targets — every one gated by the same epistemic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flagship class. The oracle encodes intended authorization; Sentinel tests it live and confirms only reproduced violations. With the Login Tester it runs the same rules as an authenticated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Header posture as a first-class, judged property. Missing CSP and wildcard CORS are confirmed against the live response; a compliant X-Content-Type-Options yields no finding; then the shield fixes it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key chaining enabler. Cookie oracles are grounded in the Set-Cookie the target actually sets, so a weak session cookie is confirmed honestly, then hardened on the shield and re-proven.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Privilege escalation as a rigorous differential. Sentinel replays the attacker's session against their own object (control) and a forbidden one (breach), plus an anonymous baseline; it confirms only when the control succeeds, the breach is granted, and anonymous is denied. An ownership-checked endpoint yields no finding — the honest control — then the shield denies the escalation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Injection judged by behaviour, not by regex. Sentinel sends a benign baseline plus length-matched boolean pairs and confirms only when the TRUE and FALSE arms diverge while the baseline stays anchored — so the differential emerges from the database actually evaluating the injected boolean. A parameterised filter collapses the differential to no finding; the request-guard virtual patch then blocks the payload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more than doubled without loosening the bar. SSTI confirms only when injected arithmetic actually evaluates; reflected XSS only when attacker markup survives VERBATIM un-escaped where a benign control is echoed safely; path traversal only when a directory-escape payload leaks an OS-file invariant absent from a benign, traversal-free control. Open-redirect and CORS each ride a two-probe differential against an unroutable nonce that is observed or echoed but never contacted; SSRF proves the fetch by an out-of-band callback to Sentinel's own loopback beacon; broken-auth replays a genuine, a forged, and an absent token. Twelve classes, one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most sophisticated classes are also where honesty matters most. SSRF needs no operator oracle — the only URL Sentinel ever injects is its own loopback collaborator, so a callback is unambiguous and safe. Broken-auth confirms only when a token Sentinel itself minted (carrying a benign marker) is accepted as the sole authenticator. And when a fix cannot be proven by a request-guard — HS256-confusion or a cracked weak secret — Sentinel returns ADVISORY_ONLY with the durable handler-side fix, rather than manufacturing a fix-proof.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Login Tester unlocks the authenticated surface. Sentinel opens a visible browser, waits for you (including MFA), auto-detects success, and reasons over the real session — with credentials handled in memory only, never persisted or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Chaining is where scanners over-claim — so ours is provable, not narrated. Link 1 reads a real identifier out of a CONFIRMED SQL injection's TRUE-arm response body; link 2 substitutes that exact id into an IDOR/BOLA breach and re-runs the UNCHANGED privilege-escalation judge on a fresh scratch graph. The edge is proven only when the real leaked id VALIDATES while a same-shaped DECOY id does not — the decoy wall proves the link is load-bearing on that specific leaked value, not a route that answers for any id. No decoy failure, no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Target-agnosticism is structural: the engine carries no target-specific code, only the operator's oracle changes. We've run the full loop on two independent stacks — Juice Shop and VAmPI — to prove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is first-class. The offline suite is deterministic and network-free; the single skip is the browser test that only runs with the opt-in extra. Tests cover confirmation, remediation proof, isolation, and — crucially — that compliant controls produce no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Local-first is a feature, not a limitation. The reasoning model runs on-box, the deterministic core works even if the model is down, and nothing egresses — which makes Sentinel deployable in air-gapped and regulated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 is bounded by design: scope is enforced before a socket opens, probes are non-destructive, the shield is loopback-only, and the acting and judging stages are strictly separated. Credential handling is memory-only.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Category-level, not a bake-off: signature scanners are fast but noisy and miss authorization; DAST and fuzzers explore but don't reason about intent or prove fixes. Sentinel's column is defined by reproduced verdicts, live fix-proofs, and full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is trust plus closure: verdicts you can believe and fixes you can prove, in the classes that matter most, deployable where the sensitive targets actually live. Honesty about limits is itself a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candid about the line between done and next. Twelve classes, two targets, the Login Tester, authenticated reasoning, and a provable 2-link SQLi⇒IDOR chain ship today; multi-link chaining, a ready-made policy library, and a CI gate are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raising $1M for ~18 months to deepen exploit composition, expand the class coverage, build a policy library and CI integrations, and land design partners in regulated environments where local-first is a hard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future of security tooling isn't more signatures — it's reasoning that proves itself. That's Sentinel.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7" y="1417320"/>
            <a:ext cx="8412480" cy="22987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853213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cyber-reasoning  —  find → reason → prove → patch →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447573"/>
            <a:ext cx="871697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Local-first AI agent that reasons about live web targets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A status code is never a verdict — a deterministic judge decides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Proven end-to-end on two independent live stacks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Twelve vulnerability classes, each closing the full loop live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Every decision explainable, auditable, and scope-guarded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A90"/>
                </a:solidFill>
                <a:latin typeface="Consolas"/>
              </a:rPr>
              <a:t>AI KAVACH CHALLENGE  ·  AUTONOMOUS CYBER-REASONING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Scanners Guess. Sentinel Reasons.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From noisy 200s to justified, reproduced, remediated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Signature scanners flag 200s — a firehose of false positives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Authorization &amp; session flaws need context, not patterns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Teams drown in unranked output nobody can trust or triage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finding should mean a reproduced contradiction — nothing less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And the fix should be proven, not just recommended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Now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attack surface exploded; verification didn't keep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APIs and microservices multiplied the authorization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access control is the #1 web risk (OWASP Top 10)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Capable local LLMs make on-prem autonomous reasoning viable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But raw LLM output is unverifiable — and legally radioactive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unlock: bounded AI reasoning + a deterministic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Insight — Reason, Don't Signature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Separate discovery from judgement; cage the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Discovery produces hypotheses — explicitly NOT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pure, deterministic judge owns every verdict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LLM is advisory only: it breaks ties, never decides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Findings crystallize only from reproduced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Fixes are proven live — the same judge must flip its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What Sentinel Is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recon → hypotheses → probe → judge → patch → re-prove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Recon materializes a security graph of the live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Hypotheses = justified, conservative reasons to test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Scope-guarded probes record facts, never verdicts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deterministic judge tests facts against an operator oracle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Confirmed findings are patched on a shield and re-proven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Why a Sentinel finding is worth believing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Hard rules the engine cannot violate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A finding requires the PURE judge to reproduce a contradiction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vs an operator-declared oracle — never a status code alone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FIX PROVEN requires that SAME judge to flip under live enforcement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AI never manufactures a finding, verdict, or evidence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compliant control → DISPROVED → no finding (honest differential)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Deterministic Judge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caged advisor — smart search, bounded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transparent score ranks candidates; information gain decays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local LLM is consulted only to break top ties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It picks by list index mapped to a real id — can't invent targets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Every judgement ships a human-readable rationale trail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AI reasoning is shown as telemetry, never as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Architecture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security graph, a scope guard, and a loopback shield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Security graph: hosts, resources, principals, evidence,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Pre-connection scope guard refuses out-of-scope probes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Twelve pure judges: authz · posture · cookies · privesc · SQLi · SSTI · XSS · traversal · redirect · CORS · SSRF · JWT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RemediationEnforcer: an ephemeral loopback reverse-proxy shield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cloud, no data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Live, End-to-End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Real screenshots — every verdict produced by the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FIND — Recon → Oracle → Hypotheses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It models the surface, then reasons about it</a:t>
            </a:r>
          </a:p>
        </p:txBody>
      </p:sp>
      <p:pic>
        <p:nvPicPr>
          <p:cNvPr id="8" name="Picture 7" descr="shot_re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2924" y="2331720"/>
            <a:ext cx="4455671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0899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90"/>
                </a:solidFill>
                <a:latin typeface="Consolas"/>
              </a:rPr>
              <a:t>Live capture: recon graph, the operator oracle, and seeded hypotheses.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Decision Board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Autonomous research cycles, fully auditable</a:t>
            </a:r>
          </a:p>
        </p:txBody>
      </p:sp>
      <p:pic>
        <p:nvPicPr>
          <p:cNvPr id="8" name="Picture 7" descr="shot_cyc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996" y="2331720"/>
            <a:ext cx="3140846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One scope-checked probe per cycle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Deterministic score picks the next test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Advisor consulted only on ties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Every choice carries a rationale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Dead leads decay and are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CONFIRMED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reproduced contradiction, not a guess</a:t>
            </a:r>
          </a:p>
        </p:txBody>
      </p:sp>
      <p:pic>
        <p:nvPicPr>
          <p:cNvPr id="8" name="Picture 7" descr="shot_find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67521"/>
            <a:ext cx="5349240" cy="1723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Oracle: anonymous MUST be denied /api/Feedbacks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Observed: the whole collection leaks (200)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reproduces the contradiction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compliant control (/api/Users, 401) →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Confidence and provenance travel with 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PATCH + PROVE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fix is proven live, not recommended</a:t>
            </a:r>
          </a:p>
        </p:txBody>
      </p:sp>
      <p:pic>
        <p:nvPicPr>
          <p:cNvPr id="8" name="Picture 7" descr="shot_patch_pro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15405"/>
            <a:ext cx="5349240" cy="2227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Synthesize a corrective control for the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Enforce it on an ephemeral loopback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Re-run the SAME pure judge through the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before 200 VALIDATED → after 403 DISPROVED = FIX PROVEN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Portable artifacts: nginx · envoy · caddy ·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Twelve Vulnerability Classes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Each closes the full find → patch → prove loop,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1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authorization_policy_violation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Operator declares who may do what (the access oracle)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Sentinel probes each rule as the declared principal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Judge confirms only reproduced authorization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Authenticated mode re-points rules to a captured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Fix: deny/allow enforcement proven on the 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2 — Security-Header Posture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security_misconfiguration</a:t>
            </a:r>
          </a:p>
        </p:txBody>
      </p:sp>
      <p:pic>
        <p:nvPicPr>
          <p:cNvPr id="8" name="Picture 7" descr="shot_pos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786" y="2331720"/>
            <a:ext cx="2073267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Declared posture: CSP, CORS, Referrer-Policy, …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reads the LIVE response headers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Absent CSP, wildcard CORS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Present nosniff control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injects/strips headers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3 — Insecure Cookies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insecure_cookie — the session-theft pivot</a:t>
            </a:r>
          </a:p>
        </p:txBody>
      </p:sp>
      <p:pic>
        <p:nvPicPr>
          <p:cNvPr id="8" name="Picture 7" descr="shot_cook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409" y="2331720"/>
            <a:ext cx="3242021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Grounded in OBSERVED Set-Cookie — never guessed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Missing HttpOnly / Secure, weak SameSite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classic XSS→session-theft chaining ingredient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rewrites Set-Cookie → flags proven present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Artifacts for nginx proxy_cookie_flags, envoy, caddy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4 — Privilege Escalation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privilege_escalation — horizontal (BOLA) &amp; vertical</a:t>
            </a:r>
          </a:p>
        </p:txBody>
      </p:sp>
      <p:pic>
        <p:nvPicPr>
          <p:cNvPr id="8" name="Picture 7" descr="shot_prive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9437" y="2331720"/>
            <a:ext cx="2871964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Three-probe differential: control · breach · anon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if control succeeds AND breach granted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AND the anonymous baseline is denied — no false positives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properly owned /orders endpoint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denies the cross-boundary request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5 — SQL Injection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injection — a boolean differential, not a signature</a:t>
            </a:r>
          </a:p>
        </p:txBody>
      </p:sp>
      <p:pic>
        <p:nvPicPr>
          <p:cNvPr id="8" name="Picture 7" descr="shot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45" y="2331720"/>
            <a:ext cx="3721549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Benign baseline + length-matched TRUE/FALSE payload pairs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when TRUE ≠ FALSE, anchored to the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Real SQL toggles the boolean — nothing pattern-matches '1=1'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bound/parameterised filter collapses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Request-guard shield blocks the payload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Classes 6–12 — Seven More, Same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Every class is its own differential with an explicit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SSTI — {{7*7}} evaluates to 49 vs the literal; behaviour, not a regex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Reflected XSS — active markup reflected VERBATIM un-escaped vs an escaped control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Path traversal / LFI — escape payload leaks an OS invariant (root:x:0:0:) absent from control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Open redirect — two-probe host differential; off-origin host OBSERVED, never followed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CORS — two-probe Origin differential; nonce origin reflected AND credentialed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SSRF — out-of-band callback to Sentinel's OWN loopback collaborator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auth / JWT — three-probe genuine · forged · absent token differential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Hardest Two, Done Honestly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Zero-oracle SSRF · token forgery — and where we stop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SSRF is zero-oracle: only Sentinel's own 127.0.0.1 collaborator is ever injected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— never a metadata IP, an RFC-1918 host, or any third party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auth: a forged token as SOLE authenticator must be accepted to CONFIRM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Every forgery carries a benign marker — acceptance proves OUR minted token passed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alg-none → full PATCH+PROVE; signed-forgery classes → ADVISORY_ONLY, never a fake fix-proof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Login Tester — Authenticated Reasoning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Turn anonymous scanning into authenticated proof</a:t>
            </a:r>
          </a:p>
        </p:txBody>
      </p:sp>
      <p:pic>
        <p:nvPicPr>
          <p:cNvPr id="8" name="Picture 7" descr="shot_log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238" y="2331720"/>
            <a:ext cx="2482363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Drives a real browser; you log in (MFA supported)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Auto-detects completion, captures the live session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Runs authenticated authz + cookie analysis on it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Credentials via getpass — never stored, never logged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In-memory for the run only, scope-bound to the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Chaining — Provable, Now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2-link exploit: extract → consume → compose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Link 1: a CONFIRMED SQLi's TRUE-arm body leaks a real object id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Link 2: that exact id drives an IDOR/BOLA the principal shouldn't reach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The composer owns ZERO verdict logic — reuses each class's pure judge unchanged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Decoy wall: a same-shaped fake id must FAIL, or the edge is suppressed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Chain confirmed → severity escalates one rung (HIGH ∧ HIGH → CRITICAL)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Target-Agnostic — Two Live Stacks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 target-specific code</a:t>
            </a:r>
          </a:p>
        </p:txBody>
      </p:sp>
      <p:pic>
        <p:nvPicPr>
          <p:cNvPr id="8" name="Picture 7" descr="shot_outc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17098"/>
            <a:ext cx="5349240" cy="18240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Proven on OWASP Juice Shop and VAmPI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Same engine, same judges, different oracles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Oracles are operator data, not engine logic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New target = new policy file, no code change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research frontier is reported, never faked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Test Results &amp; Validation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Green, deterministic, and honest about the one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311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671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310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313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LIVE STACKS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310 passing, 1 skipped (the opt-in live-browser path)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Full offline suite is network-free and runs in seconds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Each class: parse → CONFIRM → PATCH → PROVE, plus isolation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Live E2E validated on Juice Shop and VAmPI over real sockets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Compliant-control tests assert the honest 'no finding'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Lightweight &amp; Local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Runs on a laptop; nothing leaves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 dependency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Core install is lightweight; Playwright is an opt-in extra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No customer data or target traffic egresses anywhere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Deterministic core runs even with the model offline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Deploys air-gapped — ideal for regulated environments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Safety &amp; Bounded Autonomy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Safe by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Pre-connection scope guard — out-of-scope probes refused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Probes are local, bounded, and non-destructive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The enforcer shield is ephemeral and loopback-only (SSRF-safe)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Nothing both acts and judges — stages are separated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Credentials never persisted or logged; in-memory per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Market Landscape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Where autonomous, provable reasoning 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Signature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scanners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DAST /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fuzzers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Sentinel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Finds authorization / BOLA flaws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Verdict is a reproduced contradiction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9936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59936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Proves the fix,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535424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Autonomous, self-directed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10912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Local-first, no data egress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8640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Every decision auditable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Sentinel Wins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defensible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Trust: a finding is a reproduced contradiction, provably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Closure: it doesn't just find — it patches and re-proves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Reach: the classes signatures miss (authz, session)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Honesty: compliant controls and frontiers labeled, not faked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Deployability: local, auditable, air-gap-ready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Status &amp; Roadmap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Honest today; a clear path to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12 classes live end-to-end on 2 stacks; 311 tests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provable 2-link chaining (SQLi ⇒ IDOR), decoy-gated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Login Tester + authenticated reasoning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multi-link chaining + deeper exploit composition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a policy library for common stacks + a CI/CD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Ask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$1M to turn a proven engine into a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$1M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778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MONTHS RUNWAY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206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12→18+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Engineering: multi-link chaining + deeper exploit composition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Policy library: ready-made oracles for common stacks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Integrations: CI/CD gate, ticketing, SIEM export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Design partners: regulated, air-gap-first customers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Outcome: from autonomous finder to autonomous fixer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Reason. Prove. Remediate.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security you can actually trust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